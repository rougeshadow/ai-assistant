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HELION GENERATED PPT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 a ppt on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